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74519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Recipe Clipper is performing better now than it was before February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5331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Pre-Feb vs post-mid-Feb shows stronger save performance, faster save-click time, and continued external adoption.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828800"/>
            <a:ext cx="3657600" cy="73152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daily save attempt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332841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40.5% -&gt; 52.1%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3090672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Pre-Feb (12/18-1/31) -&gt; post-mid-Feb (2/19-3/18)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828800"/>
            <a:ext cx="3657600" cy="73152"/>
          </a:xfrm>
          <a:prstGeom prst="rect">
            <a:avLst/>
          </a:prstGeom>
          <a:solidFill>
            <a:srgbClr val="009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Average save-click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395728"/>
            <a:ext cx="332841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5.1s -&gt; 3.8s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090672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Pre-Feb (12/18-1/31) -&gt; post-mid-Feb (2/19-3/18)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657600" cy="17830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3657600" cy="73152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993392"/>
            <a:ext cx="3328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44054"/>
                </a:solidFill>
                <a:latin typeface="Aptos"/>
              </a:rPr>
              <a:t>External-brand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395728"/>
            <a:ext cx="332841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Aptos Display"/>
              </a:rPr>
              <a:t>78.8% -&gt; 85.3%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3090672"/>
            <a:ext cx="33284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7085"/>
                </a:solidFill>
                <a:latin typeface="Aptos"/>
              </a:rPr>
              <a:t>Share of successful saves that are external-brand URLs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3886200"/>
            <a:ext cx="6537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4216"/>
            <a:ext cx="62087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CB67D"/>
                </a:solidFill>
                <a:latin typeface="Aptos"/>
              </a:rPr>
              <a:t>What to say on the slide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343400"/>
            <a:ext cx="6245352" cy="1673352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126 supported sites were added on Feb 9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Average daily save attempt success rate improved from 44.1% in Feb 1-8 to 50.3% in Feb 9-18</a:t>
            </a:r>
          </a:p>
          <a:p>
            <a:pPr>
              <a:spcAft>
                <a:spcPts val="800"/>
              </a:spcAft>
              <a:defRPr sz="1400">
                <a:solidFill>
                  <a:srgbClr val="344054"/>
                </a:solidFill>
                <a:latin typeface="Aptos"/>
              </a:defRPr>
            </a:pPr>
            <a:r>
              <a:t>User error rate improved from 35.1% to 24.9% of submissions in the immediate pre/post Feb 9 window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33488" y="3886200"/>
            <a:ext cx="4370832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Stakeholder takeaway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We are performing better now than we were before February on the leading KPIs visible in this export.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Collections and repeat sessions are still important, but they are not measurable from this export.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Use pre-Feb vs post-mid-Feb for the topline before/after story. Use 2/19 onward as the trusted source for user vs product vs external error attribution.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874519" cy="34747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Recipe Clipper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86384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1F3A"/>
                </a:solidFill>
                <a:latin typeface="Aptos Display"/>
              </a:rPr>
              <a:t>Remaining friction is mostly user and site coverage, not core product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53312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7085"/>
                </a:solidFill>
                <a:latin typeface="Aptos"/>
              </a:rPr>
              <a:t>Use share of save attempts, not share of failures, to keep the denominator stakeholder-safe.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6492240" cy="4206240"/>
          </a:xfrm>
          <a:prstGeom prst="roundRect">
            <a:avLst/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1F3A"/>
                </a:solidFill>
                <a:latin typeface="Aptos"/>
              </a:rPr>
              <a:t>Outcome mix of save attempts, post-mid-Feb (2/19-3/18)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43200"/>
            <a:ext cx="2977515" cy="731520"/>
          </a:xfrm>
          <a:prstGeom prst="rect">
            <a:avLst/>
          </a:prstGeom>
          <a:solidFill>
            <a:srgbClr val="2CB6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98648"/>
            <a:ext cx="292265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Success 52.1%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6195" y="2743200"/>
            <a:ext cx="1400175" cy="731520"/>
          </a:xfrm>
          <a:prstGeom prst="rect">
            <a:avLst/>
          </a:prstGeom>
          <a:solidFill>
            <a:srgbClr val="F4A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3627" y="2898648"/>
            <a:ext cx="13453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User 24.5%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6370" y="2743200"/>
            <a:ext cx="720090" cy="731520"/>
          </a:xfrm>
          <a:prstGeom prst="rect">
            <a:avLst/>
          </a:prstGeom>
          <a:solidFill>
            <a:srgbClr val="4F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3802" y="2898648"/>
            <a:ext cx="66522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External 12.6%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6459" y="2743200"/>
            <a:ext cx="571500" cy="731520"/>
          </a:xfrm>
          <a:prstGeom prst="rect">
            <a:avLst/>
          </a:prstGeom>
          <a:solidFill>
            <a:srgbClr val="D9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3892" y="2898648"/>
            <a:ext cx="5166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Product 10.0%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794760"/>
            <a:ext cx="54864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Product-side issues are about 10.0% of save attempts in the trusted post-mid-Feb period.</a:t>
            </a:r>
          </a:p>
          <a:p>
            <a:pPr>
              <a:spcAft>
                <a:spcPts val="1000"/>
              </a:spcAft>
              <a:defRPr sz="1500">
                <a:solidFill>
                  <a:srgbClr val="344054"/>
                </a:solidFill>
                <a:latin typeface="Aptos"/>
              </a:defRPr>
            </a:pPr>
            <a:r>
              <a:t>If someone asks about the 21.1% figure, clarify that it is the share of classified failures, not the share of all attempts.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4343400" cy="1051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7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2029967"/>
            <a:ext cx="39776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  <a:latin typeface="Aptos Display"/>
              </a:rPr>
              <a:t>92.1% of external errors are unsupported-site related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3063240"/>
            <a:ext cx="4343400" cy="1051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9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218688"/>
            <a:ext cx="39776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  <a:latin typeface="Aptos Display"/>
              </a:rPr>
              <a:t>84.2% of product errors come from general_fail + bookmark_fail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4315968"/>
            <a:ext cx="4343400" cy="16916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What we should do next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Add the next 300+ supported sites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Keep reducing user-input friction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Target general_fail and bookmark_fail in product cleanup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7085"/>
                </a:solidFill>
                <a:latin typeface="Aptos"/>
              </a:rPr>
              <a:t>Stakeholder headline: the core product is improving, and the biggest remaining scaling constraint is site coverage rather than core product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