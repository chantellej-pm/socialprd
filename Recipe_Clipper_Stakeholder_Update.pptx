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828800" cy="34747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Recipe Clipper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 Display"/>
              </a:rPr>
              <a:t>Recipe Clipper is improving on key leading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25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85"/>
                </a:solidFill>
                <a:latin typeface="Aptos"/>
              </a:rPr>
              <a:t>The Feb 9 support-list expansion and the cleaner mid-Feb reporting period both point to a healthier core save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828800"/>
            <a:ext cx="3657600" cy="17830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828800"/>
            <a:ext cx="3657600" cy="73152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93392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4054"/>
                </a:solidFill>
                <a:latin typeface="Aptos"/>
              </a:rPr>
              <a:t>Save success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95728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Aptos Display"/>
              </a:rPr>
              <a:t>44% -&gt; 50% -&gt; 52%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090672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67085"/>
                </a:solidFill>
                <a:latin typeface="Aptos"/>
              </a:rPr>
              <a:t>Feb 1-8 -&gt; Feb 9-18 -&gt; post-mid-Feb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828800"/>
            <a:ext cx="3657600" cy="17830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8536" y="1828800"/>
            <a:ext cx="3657600" cy="73152"/>
          </a:xfrm>
          <a:prstGeom prst="rect">
            <a:avLst/>
          </a:prstGeom>
          <a:solidFill>
            <a:srgbClr val="009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993392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4054"/>
                </a:solidFill>
                <a:latin typeface="Aptos"/>
              </a:rPr>
              <a:t>Average save-click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395728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Aptos Display"/>
              </a:rPr>
              <a:t>5.2s -&gt; 4.3s -&gt; 3.8s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090672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67085"/>
                </a:solidFill>
                <a:latin typeface="Aptos"/>
              </a:rPr>
              <a:t>Faster saves after 126 sites were added on Feb 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657600" cy="17830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657600" cy="73152"/>
          </a:xfrm>
          <a:prstGeom prst="rect">
            <a:avLst/>
          </a:prstGeom>
          <a:solidFill>
            <a:srgbClr val="4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993392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4054"/>
                </a:solidFill>
                <a:latin typeface="Aptos"/>
              </a:rPr>
              <a:t>External-brand 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395728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Aptos Display"/>
              </a:rPr>
              <a:t>85% of successful saves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3090672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67085"/>
                </a:solidFill>
                <a:latin typeface="Aptos"/>
              </a:rPr>
              <a:t>Post-mid-Feb successful saves are overwhelmingly external-brand URLs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3886200"/>
            <a:ext cx="6537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014216"/>
            <a:ext cx="62087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B67D"/>
                </a:solidFill>
                <a:latin typeface="Aptos"/>
              </a:rPr>
              <a:t>What improved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361688"/>
            <a:ext cx="6245352" cy="1636776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44054"/>
                </a:solidFill>
                <a:latin typeface="Aptos"/>
              </a:defRPr>
            </a:pPr>
            <a:r>
              <a:t>126 supported sites were added on Feb 9</a:t>
            </a:r>
          </a:p>
          <a:p>
            <a:pPr>
              <a:spcAft>
                <a:spcPts val="800"/>
              </a:spcAft>
              <a:defRPr sz="1400">
                <a:solidFill>
                  <a:srgbClr val="344054"/>
                </a:solidFill>
                <a:latin typeface="Aptos"/>
              </a:defRPr>
            </a:pPr>
            <a:r>
              <a:t>User error rate improved from 35% to 25% of submissions in the immediate pre/post Feb 9 window</a:t>
            </a:r>
          </a:p>
          <a:p>
            <a:pPr>
              <a:spcAft>
                <a:spcPts val="800"/>
              </a:spcAft>
              <a:defRPr sz="1400">
                <a:solidFill>
                  <a:srgbClr val="344054"/>
                </a:solidFill>
                <a:latin typeface="Aptos"/>
              </a:defRPr>
            </a:pPr>
            <a:r>
              <a:t>Save-click-to-success conversion improved from 47% to 54% after the site expansion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33488" y="3886200"/>
            <a:ext cx="4370832" cy="22402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Stakeholder takeaway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We are making progress on the leading KPIs we can validate in this export: reliability, speed, and external recipe adoption.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Collections and repeat sessions are still important, but they are not measurable from this export.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85"/>
                </a:solidFill>
                <a:latin typeface="Aptos"/>
              </a:rPr>
              <a:t>Trusted error attribution starts 2/19 after the save URL error-category update. KPI progress before then is best used directionally.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828800" cy="34747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Recipe Clipper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 Display"/>
              </a:rPr>
              <a:t>Remaining friction is mostly user and site coverage, not core product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25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85"/>
                </a:solidFill>
                <a:latin typeface="Aptos"/>
              </a:rPr>
              <a:t>Use share of save attempts, not share of failures, to keep the denominator stakeholder-safe.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828800"/>
            <a:ext cx="6492240" cy="42062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A"/>
                </a:solidFill>
                <a:latin typeface="Aptos"/>
              </a:rPr>
              <a:t>Outcome mix of save attempts, post-mid-Feb (2/19-3/18)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743200"/>
            <a:ext cx="2948025" cy="731520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98648"/>
            <a:ext cx="289316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Success 52%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705" y="2743200"/>
            <a:ext cx="1417320" cy="731520"/>
          </a:xfrm>
          <a:prstGeom prst="rect">
            <a:avLst/>
          </a:prstGeom>
          <a:solidFill>
            <a:srgbClr val="F4A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4137" y="2898648"/>
            <a:ext cx="1362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User 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4025" y="2743200"/>
            <a:ext cx="737006" cy="731520"/>
          </a:xfrm>
          <a:prstGeom prst="rect">
            <a:avLst/>
          </a:prstGeom>
          <a:solidFill>
            <a:srgbClr val="4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1457" y="2898648"/>
            <a:ext cx="6821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External 13%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1032" y="2743200"/>
            <a:ext cx="566928" cy="731520"/>
          </a:xfrm>
          <a:prstGeom prst="rect">
            <a:avLst/>
          </a:prstGeom>
          <a:solidFill>
            <a:srgbClr val="D9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2898648"/>
            <a:ext cx="512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Product 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794760"/>
            <a:ext cx="54864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44054"/>
                </a:solidFill>
                <a:latin typeface="Aptos"/>
              </a:defRPr>
            </a:pPr>
            <a:r>
              <a:t>Product-side issues are about 10% of save attempts in the trusted post-mid-Feb period.</a:t>
            </a:r>
          </a:p>
          <a:p>
            <a:pPr>
              <a:spcAft>
                <a:spcPts val="1000"/>
              </a:spcAft>
              <a:defRPr sz="1500">
                <a:solidFill>
                  <a:srgbClr val="344054"/>
                </a:solidFill>
                <a:latin typeface="Aptos"/>
              </a:defRPr>
            </a:pPr>
            <a:r>
              <a:t>If someone asks about the 21% figure, clarify that it is the share of classified failures, not the share of all attempts.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874519"/>
            <a:ext cx="4343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rm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Aptos"/>
              </a:rPr>
              <a:t>92% of external errors are unsupported-site related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063240"/>
            <a:ext cx="4343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rm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Aptos"/>
              </a:rPr>
              <a:t>84% of product errors come from general_fail + bookmark_fail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315968"/>
            <a:ext cx="4343400" cy="16916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What we should do next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Add the next 300+ supported sites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Keep reducing user-input friction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Target general_fail and bookmark_fail in product cleanup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85"/>
                </a:solidFill>
                <a:latin typeface="Aptos"/>
              </a:rPr>
              <a:t>Stakeholder headline: the core product is improving, and the biggest remaining scaling constraint is site coverage rather than core product reliability.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